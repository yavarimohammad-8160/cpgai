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41480" y="0"/>
            <a:ext cx="347472" cy="6858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0"/>
            <a:ext cx="5029200" cy="6858000"/>
          </a:xfrm>
          <a:prstGeom prst="rect">
            <a:avLst/>
          </a:prstGeom>
          <a:solidFill>
            <a:srgbClr val="0A1C33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96012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سی‌پی‌جی پارس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68680" y="132588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C0D8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سند سازمانی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011680"/>
            <a:ext cx="10241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گزارش عملکرد سازمانی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68680" y="379476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D6E4F0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سال ۱۴۰۴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589520" y="4572000"/>
            <a:ext cx="3657600" cy="6400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484632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FA6BC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CPGAI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7F4EA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6510528"/>
            <a:ext cx="12191695" cy="3200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0" y="6547104"/>
            <a:ext cx="896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C2E44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سی‌پی‌جی پارس — محرمانه سازمانی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654710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E44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1 / 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41480" y="0"/>
            <a:ext cx="347472" cy="6858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87552"/>
            <a:ext cx="12191695" cy="6400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5603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خلاصه مدیریتی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10789920" cy="4983480"/>
          </a:xfrm>
          <a:prstGeom prst="roundRect">
            <a:avLst/>
          </a:prstGeom>
          <a:solidFill>
            <a:srgbClr val="F7F4EA"/>
          </a:solidFill>
          <a:ln/>
          <a:effectLst>
            <a:outerShdw sx="100000" sy="100000" kx="0" ky="0" algn="bl" rotWithShape="0" blurRad="127000" dist="25400" dir="162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320272" y="1280160"/>
            <a:ext cx="109728" cy="49834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508760"/>
            <a:ext cx="101498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C2E44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رشد درآمد</a:t>
            </a:r>
            <a:endParaRPr lang="en-US" sz="1700" dirty="0"/>
          </a:p>
          <a:p>
            <a:pPr algn="r"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C2E44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بهبود رضایت مشتری</a:t>
            </a:r>
            <a:endParaRPr lang="en-US" sz="1700" dirty="0"/>
          </a:p>
          <a:p>
            <a:pPr algn="r"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C2E44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کنترل دقیق هزینه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7F4EA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6510528"/>
            <a:ext cx="12191695" cy="3200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2560320" y="6547104"/>
            <a:ext cx="896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C2E44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سی‌پی‌جی پارس — محرمانه سازمانی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654710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E44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2 / 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41480" y="0"/>
            <a:ext cx="347472" cy="6858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87552"/>
            <a:ext cx="12191695" cy="6400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5603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اقدامات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10789920" cy="4983480"/>
          </a:xfrm>
          <a:prstGeom prst="roundRect">
            <a:avLst/>
          </a:prstGeom>
          <a:solidFill>
            <a:srgbClr val="F7F4EA"/>
          </a:solidFill>
          <a:ln/>
          <a:effectLst>
            <a:outerShdw sx="100000" sy="100000" kx="0" ky="0" algn="bl" rotWithShape="0" blurRad="127000" dist="25400" dir="162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320272" y="1280160"/>
            <a:ext cx="109728" cy="49834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508760"/>
            <a:ext cx="101498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C2E44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توسعه بازار</a:t>
            </a:r>
            <a:endParaRPr lang="en-US" sz="1700" dirty="0"/>
          </a:p>
          <a:p>
            <a:pPr algn="r"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C2E44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تأمین کالا</a:t>
            </a:r>
            <a:endParaRPr lang="en-US" sz="1700" dirty="0"/>
          </a:p>
          <a:p>
            <a:pPr algn="r"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C2E44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اطلاعات شفاف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7F4EA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6510528"/>
            <a:ext cx="12191695" cy="3200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2560320" y="6547104"/>
            <a:ext cx="896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C2E44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سی‌پی‌جی پارس — محرمانه سازمانی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654710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E44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3 / 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41480" y="0"/>
            <a:ext cx="347472" cy="6858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201168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سی‌پی‌جی پارس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68680" y="265176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با سپاس از توجه شما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68680" y="365760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D6E4F0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آماده‌ی ادامه گفتگو و اقدام‌های بعدی هستیم.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4297680"/>
            <a:ext cx="3474720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7F4EA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6510528"/>
            <a:ext cx="12191695" cy="3200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2560320" y="6547104"/>
            <a:ext cx="896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C2E44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سی‌پی‌جی پارس — محرمانه سازمانی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654710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E44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4 / 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گزارش عملکرد سازمانی</dc:title>
  <dc:subject>عملکرد</dc:subject>
  <dc:creator>CPGAI</dc:creator>
  <cp:lastModifiedBy>CPGAI</cp:lastModifiedBy>
  <cp:revision>1</cp:revision>
  <dcterms:created xsi:type="dcterms:W3CDTF">2026-09-20T07:35:41Z</dcterms:created>
  <dcterms:modified xsi:type="dcterms:W3CDTF">2026-09-20T07:35:41Z</dcterms:modified>
</cp:coreProperties>
</file>